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60"/>
  </p:normalViewPr>
  <p:slideViewPr>
    <p:cSldViewPr>
      <p:cViewPr varScale="1">
        <p:scale>
          <a:sx n="87" d="100"/>
          <a:sy n="87" d="100"/>
        </p:scale>
        <p:origin x="-11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1EB760D-0AB4-4A1A-A23C-BF7CE48BC06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4412" y="-16761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Hope Artificial Intelligence 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2637269" y="913926"/>
            <a:ext cx="39061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accent5"/>
                </a:solidFill>
              </a:rPr>
              <a:t>PCA Classification Result</a:t>
            </a:r>
            <a:endParaRPr lang="en-IN" sz="2200" b="1" u="sng" dirty="0">
              <a:solidFill>
                <a:schemeClr val="accent5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359" y="1837898"/>
            <a:ext cx="4224802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13489" y="2877617"/>
            <a:ext cx="446449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Optimal features = 6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as accuracy reaches 100% and does not improve further with more features.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Best model = SVM (RBF kernel)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consistently achieving highest accuracy across feature sets.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Increasing features beyond 6 adds complexity without improving performance, so it’s unnecessary. </a:t>
            </a:r>
          </a:p>
        </p:txBody>
      </p:sp>
    </p:spTree>
    <p:extLst>
      <p:ext uri="{BB962C8B-B14F-4D97-AF65-F5344CB8AC3E}">
        <p14:creationId xmlns:p14="http://schemas.microsoft.com/office/powerpoint/2010/main" val="8625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3789041"/>
            <a:ext cx="72994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b="1" dirty="0"/>
              <a:t>Optimal components = 2</a:t>
            </a:r>
            <a:r>
              <a:rPr lang="en-US" sz="1400" dirty="0"/>
              <a:t>, since it achieves </a:t>
            </a:r>
            <a:r>
              <a:rPr lang="en-US" sz="1400" b="1" dirty="0"/>
              <a:t>100% accuracy across all models</a:t>
            </a:r>
            <a:r>
              <a:rPr lang="en-US" sz="1400" dirty="0"/>
              <a:t>, while 1 component gives lower performance (~0.86–0.91). </a:t>
            </a:r>
            <a:endParaRPr lang="en-US" sz="1400" dirty="0" smtClean="0"/>
          </a:p>
          <a:p>
            <a:pPr marL="285750" indent="-285750">
              <a:buFont typeface="Wingdings" pitchFamily="2" charset="2"/>
              <a:buChar char="v"/>
            </a:pPr>
            <a:endParaRPr lang="en-US" sz="1400" dirty="0" smtClean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/>
              <a:t>With </a:t>
            </a:r>
            <a:r>
              <a:rPr lang="en-US" sz="1400" dirty="0"/>
              <a:t>2 components, </a:t>
            </a:r>
            <a:r>
              <a:rPr lang="en-US" sz="1400" b="1" dirty="0"/>
              <a:t>LDA fully separates all classes</a:t>
            </a:r>
            <a:r>
              <a:rPr lang="en-US" sz="1400" dirty="0"/>
              <a:t>, making the dataset perfectly classifiable. </a:t>
            </a:r>
            <a:endParaRPr lang="en-US" sz="1400" dirty="0" smtClean="0"/>
          </a:p>
          <a:p>
            <a:pPr marL="285750" indent="-285750">
              <a:buFont typeface="Wingdings" pitchFamily="2" charset="2"/>
              <a:buChar char="v"/>
            </a:pPr>
            <a:endParaRPr lang="en-US" sz="1400" dirty="0" smtClean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 smtClean="0"/>
              <a:t>Increasing </a:t>
            </a:r>
            <a:r>
              <a:rPr lang="en-US" sz="1400" dirty="0"/>
              <a:t>components beyond 2 is not possible (limit = classes − 1), so </a:t>
            </a:r>
            <a:r>
              <a:rPr lang="en-US" sz="1400" b="1" dirty="0"/>
              <a:t>2 is both optimal and maximum</a:t>
            </a:r>
            <a:r>
              <a:rPr lang="en-US" sz="14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627784" y="499795"/>
            <a:ext cx="39061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5"/>
                </a:solidFill>
              </a:rPr>
              <a:t>L</a:t>
            </a:r>
            <a:r>
              <a:rPr lang="en-US" sz="2200" b="1" dirty="0" smtClean="0">
                <a:solidFill>
                  <a:schemeClr val="accent5"/>
                </a:solidFill>
              </a:rPr>
              <a:t>DA </a:t>
            </a:r>
            <a:r>
              <a:rPr lang="en-US" sz="2200" b="1" dirty="0" smtClean="0">
                <a:solidFill>
                  <a:schemeClr val="accent5"/>
                </a:solidFill>
              </a:rPr>
              <a:t>Classification Result</a:t>
            </a:r>
            <a:endParaRPr lang="en-IN" sz="2200" b="1" u="sng" dirty="0">
              <a:solidFill>
                <a:schemeClr val="accent5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964" y="1124744"/>
            <a:ext cx="457200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09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0" y="2206606"/>
            <a:ext cx="388843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b="1" dirty="0"/>
              <a:t>Kernel PCA performs poorly overall</a:t>
            </a:r>
            <a:r>
              <a:rPr lang="en-US" sz="1400" dirty="0"/>
              <a:t>, with accuracy mostly in the </a:t>
            </a:r>
            <a:r>
              <a:rPr lang="en-US" sz="1400" b="1" dirty="0"/>
              <a:t>0.37–0.57 range</a:t>
            </a:r>
            <a:r>
              <a:rPr lang="en-US" sz="1400" dirty="0"/>
              <a:t>, much lower than PCA/LDA/RFE. </a:t>
            </a:r>
            <a:endParaRPr lang="en-US" sz="1400" dirty="0" smtClean="0"/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b="1" dirty="0"/>
              <a:t>Best performance ≈ 0.55 (with 8 components)</a:t>
            </a:r>
            <a:r>
              <a:rPr lang="en-US" sz="1400" dirty="0"/>
              <a:t>, but still not competitive, indicating poor feature representation. </a:t>
            </a:r>
            <a:endParaRPr lang="en-US" sz="1400" dirty="0" smtClean="0"/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/>
              <a:t>This suggests the dataset is </a:t>
            </a:r>
            <a:r>
              <a:rPr lang="en-US" sz="1400" b="1" dirty="0"/>
              <a:t>not benefiting from non-linear transformation</a:t>
            </a:r>
            <a:r>
              <a:rPr lang="en-US" sz="1400" dirty="0"/>
              <a:t>, and simpler methods (like LDA/PCA) are more suitable.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5994" y="494306"/>
            <a:ext cx="50405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accent5"/>
                </a:solidFill>
              </a:rPr>
              <a:t>Kernel PCA Classification Result</a:t>
            </a:r>
            <a:endParaRPr lang="en-IN" sz="2200" b="1" u="sng" dirty="0">
              <a:solidFill>
                <a:schemeClr val="accent5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1" y="1484784"/>
            <a:ext cx="463867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446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0" y="2422050"/>
            <a:ext cx="864096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400" dirty="0"/>
              <a:t>The </a:t>
            </a:r>
            <a:r>
              <a:rPr lang="en-US" sz="1400" b="1" dirty="0"/>
              <a:t>best approach for this dataset is LDA</a:t>
            </a:r>
            <a:r>
              <a:rPr lang="en-US" sz="1400" dirty="0"/>
              <a:t>, because it achieves </a:t>
            </a:r>
            <a:r>
              <a:rPr lang="en-US" sz="1400" b="1" dirty="0"/>
              <a:t>100% accuracy using only 2 components</a:t>
            </a:r>
            <a:r>
              <a:rPr lang="en-US" sz="1400" dirty="0"/>
              <a:t>, which means it separates the classes perfectly with minimal information. This makes it both efficient and highly effective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/>
              <a:t>Among the models, </a:t>
            </a:r>
            <a:r>
              <a:rPr lang="en-US" sz="1400" b="1" dirty="0"/>
              <a:t>SVM with RBF kernel performs the best</a:t>
            </a:r>
            <a:r>
              <a:rPr lang="en-US" sz="1400" dirty="0"/>
              <a:t>, as it consistently gives top accuracy across different feature methods and especially with LDA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400" dirty="0"/>
              <a:t>In comparison, </a:t>
            </a:r>
            <a:r>
              <a:rPr lang="en-US" sz="1400" b="1" dirty="0"/>
              <a:t>PCA also performs well but requires more features (around 6) to reach the same accuracy</a:t>
            </a:r>
            <a:r>
              <a:rPr lang="en-US" sz="1400" dirty="0"/>
              <a:t>, while </a:t>
            </a:r>
            <a:r>
              <a:rPr lang="en-US" sz="1400" b="1" dirty="0"/>
              <a:t>Kernel PCA performs poorly</a:t>
            </a:r>
            <a:r>
              <a:rPr lang="en-US" sz="1400" dirty="0"/>
              <a:t>, indicating that non-linear transformation is not suitable for this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131840" y="1124744"/>
            <a:ext cx="5040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accent5"/>
                </a:solidFill>
              </a:rPr>
              <a:t>Summary</a:t>
            </a:r>
            <a:endParaRPr lang="en-IN" sz="2800" b="1" u="sng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85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1201</TotalTime>
  <Words>294</Words>
  <Application>Microsoft Office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Essential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50</cp:revision>
  <dcterms:created xsi:type="dcterms:W3CDTF">2026-01-12T09:38:17Z</dcterms:created>
  <dcterms:modified xsi:type="dcterms:W3CDTF">2026-03-24T11:13:33Z</dcterms:modified>
</cp:coreProperties>
</file>